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3" name="Image 0" descr="D:\CATALOGO_by_Ethernium\assets\branding\Nemeth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NEMETH CORP // NULLA LABS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377440" y="530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</a:t>
            </a:r>
            <a:endParaRPr lang="en-US" sz="850" dirty="0"/>
          </a:p>
        </p:txBody>
      </p:sp>
      <p:pic>
        <p:nvPicPr>
          <p:cNvPr id="6" name="Image 1" descr="D:\CATALOGO_by_Ethernium\assets\branding\ethernium-brand-lo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4320"/>
            <a:ext cx="1737360" cy="502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86868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FONTS-FORGE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31520" y="21488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Compilador de Fuentes Vectoriales Bézier &amp; Motor PUA DRM Esteganográfico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" y="2743200"/>
            <a:ext cx="7132320" cy="3291840"/>
          </a:xfrm>
          <a:prstGeom prst="roundRect">
            <a:avLst>
              <a:gd name="adj" fmla="val 2778"/>
            </a:avLst>
          </a:prstGeom>
          <a:solidFill>
            <a:srgbClr val="0F111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05840" y="2971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 DE HOMOLOGACIÓN EJECUTIVA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CLASIFICACIÓN ONTOLÓGICA: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47472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Motor Especializado &amp; Swarm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0584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CANÓNICO: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474720" y="3813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SteveBlackbeard/FONTS-FORGE-by-Ethernium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05840" y="4197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/ INTERFAZ LOCAL: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0" y="4197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localhost:CLI Tool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05840" y="45811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VISIBILIDAD / ACCESO: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74720" y="4581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05840" y="4965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AUTORIDAD INTELECTUAL: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474720" y="4965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SteveBlackbeard / NullaLabs / Nemeth Corp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05840" y="5349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DIRECTIVA DE SILICIO: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474720" y="5349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ETH-GOLD-46 (Cero atribución a IA) / INV-01 a INV-07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138160" y="27432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0F111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5" name="Image 2" descr="D:\CATALOGO_by_Ethernium\assets\branding\logo-fontfo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108960"/>
            <a:ext cx="2560320" cy="20116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13816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ETHERNIUM SOVEREIGN SUITE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AUTORIDAD SOBERANA: STEVEBLACKBEARD / NULLALABS // SOVEREIGN AIR-GAP ARCHITECTURE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3" name="Image 0" descr="D:\CATALOGO_by_Ethernium\assets\branding\Nemeth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NEMETH CORP // NULLA LABS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377440" y="530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// MISIÓN Y PROPÓSITO</a:t>
            </a:r>
            <a:endParaRPr lang="en-US" sz="850" dirty="0"/>
          </a:p>
        </p:txBody>
      </p:sp>
      <p:pic>
        <p:nvPicPr>
          <p:cNvPr id="6" name="Image 1" descr="D:\CATALOGO_by_Ethernium\assets\branding\ethernium-brand-lo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4320"/>
            <a:ext cx="1737360" cy="502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86868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¿PARA QUÉ ESTÁ CONSTRUIDO Y POR QUÉ?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31520" y="173736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0F111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DOLOR DE LA INDUSTRIA (PROBLEMA RESUELTO)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glifos y tipografías simbólicas personalizadas pierden calidad al rasterizarse y carecen de protección contra plagio o extracción no autorizada.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737360"/>
            <a:ext cx="5193792" cy="4389120"/>
          </a:xfrm>
          <a:prstGeom prst="roundRect">
            <a:avLst>
              <a:gd name="adj" fmla="val 2083"/>
            </a:avLst>
          </a:prstGeom>
          <a:solidFill>
            <a:srgbClr val="0F111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796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PROPÓSITO FUNDAMENTAL Y VALOR SOBERANO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24688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Compilador tipográfico que transforma muestras PNG en fuentes vectoriales TTF, WOFF y WOFF2 con simplificación RDP y marcas de agua esteganográficas LSB.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AUTORIDAD SOBERANA: STEVEBLACKBEARD / NULLALABS // SOVEREIGN AIR-GAP ARCHITECTURE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3" name="Image 0" descr="D:\CATALOGO_by_Ethernium\assets\branding\Nemeth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NEMETH CORP // NULLA LABS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377440" y="530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// ARQUITECTURA EN SILICIO</a:t>
            </a:r>
            <a:endParaRPr lang="en-US" sz="850" dirty="0"/>
          </a:p>
        </p:txBody>
      </p:sp>
      <p:pic>
        <p:nvPicPr>
          <p:cNvPr id="6" name="Image 1" descr="D:\CATALOGO_by_Ethernium\assets\branding\ethernium-brand-lo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4320"/>
            <a:ext cx="1737360" cy="502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86868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TÉCNICA Y CAPACIDADES REALES (CERO HUMO)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31520" y="1737360"/>
            <a:ext cx="3337560" cy="4389120"/>
          </a:xfrm>
          <a:prstGeom prst="roundRect">
            <a:avLst>
              <a:gd name="adj" fmla="val 2740"/>
            </a:avLst>
          </a:prstGeom>
          <a:solidFill>
            <a:srgbClr val="0F1117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242316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Python 3.10+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OpenCV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FontTools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Algoritmo Ramer-Douglas-Peucker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Esteganografía LSB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434840" y="1737360"/>
            <a:ext cx="3337560" cy="4389120"/>
          </a:xfrm>
          <a:prstGeom prst="roundRect">
            <a:avLst>
              <a:gd name="adj" fmla="val 2740"/>
            </a:avLst>
          </a:prstGeom>
          <a:solidFill>
            <a:srgbClr val="0F1117"/>
          </a:solidFill>
          <a:ln w="15240">
            <a:solidFill>
              <a:srgbClr val="00FF6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17720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AUDITADAS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17720" y="242316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Compilación de 928 símbolos en &lt; 5s, contornos Bézier matemáticamente óptimos y firmado esteganográfico de autoría inviolable.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9872" y="1737360"/>
            <a:ext cx="3337560" cy="4389120"/>
          </a:xfrm>
          <a:prstGeom prst="roundRect">
            <a:avLst>
              <a:gd name="adj" fmla="val 2740"/>
            </a:avLst>
          </a:prstGeom>
          <a:solidFill>
            <a:srgbClr val="0F1117"/>
          </a:solidFill>
          <a:ln w="15240">
            <a:solidFill>
              <a:srgbClr val="9D00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02752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INVARIANTES Y REGLAS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302752" y="242316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ETH-GOLD-04 (Frugalidad)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ETH-GOLD-46 (Autoría soberana)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Zero-Leakage Guarantee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Deterministic Execution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AUTORIDAD SOBERANA: STEVEBLACKBEARD / NULLALABS // SOVEREIGN AIR-GAP ARCHITECTURE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3" name="Image 0" descr="D:\CATALOGO_by_Ethernium\assets\branding\Nemeth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NEMETH CORP // NULLA LABS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377440" y="530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// FLUJO DE DATOS &amp; PIPELINE</a:t>
            </a:r>
            <a:endParaRPr lang="en-US" sz="850" dirty="0"/>
          </a:p>
        </p:txBody>
      </p:sp>
      <p:pic>
        <p:nvPicPr>
          <p:cNvPr id="6" name="Image 1" descr="D:\CATALOGO_by_Ethernium\assets\branding\ethernium-brand-lo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4320"/>
            <a:ext cx="1737360" cy="502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86868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OPERACIONAL Y FLUJO DE DATOS EN SILICIO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31520" y="182880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0F111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1440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INGESTIÓN / ENTRADA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4400" y="29718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Especímenes de glifos en PNG de alta resolución y tablas de codificación PUA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0" y="310896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►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83864" y="182880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0F111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66744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66744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GUARDIÁN / VETO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66744" y="29718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Verificación de contornos cerrados y normalización de cuadrícula de 1000 UPM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52744" y="310896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►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36208" y="182880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0F1117"/>
          </a:solidFill>
          <a:ln w="19050">
            <a:solidFill>
              <a:srgbClr val="9D00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19088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419088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NÚCLEO / SILICIO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19088" y="29718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Vectorización por curvas Bézier cuadráticas/cúbicas y simplificación RDP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705088" y="310896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►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988552" y="182880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0F1117"/>
          </a:solidFill>
          <a:ln w="19050">
            <a:solidFill>
              <a:srgbClr val="00FF6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171432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9171432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/ TELEMETRÍA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171432" y="29718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`.ttf`, `.woff`, `.woff2` y mapas tipográficos CSS listos para web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31520" y="5349240"/>
            <a:ext cx="10725912" cy="868680"/>
          </a:xfrm>
          <a:prstGeom prst="roundRect">
            <a:avLst>
              <a:gd name="adj" fmla="val 10526"/>
            </a:avLst>
          </a:prstGeom>
          <a:solidFill>
            <a:srgbClr val="0F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05840" y="5486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INTERCONEXIONES CANÓNICAS: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005840" y="5760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Thestral (:IDE)   ◈   Platform (:3000)   ◈   Worldbuilding Lore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AUTORIDAD SOBERANA: STEVEBLACKBEARD / NULLALABS // SOVEREIGN AIR-GAP ARCHITECTURE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3" name="Image 0" descr="D:\CATALOGO_by_Ethernium\assets\branding\Nemeth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NEMETH CORP // NULLA LABS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377440" y="530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// DESPLIEGUE Y OPERACIÓN</a:t>
            </a:r>
            <a:endParaRPr lang="en-US" sz="850" dirty="0"/>
          </a:p>
        </p:txBody>
      </p:sp>
      <p:pic>
        <p:nvPicPr>
          <p:cNvPr id="6" name="Image 1" descr="D:\CATALOGO_by_Ethernium\assets\branding\ethernium-brand-lo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4320"/>
            <a:ext cx="1737360" cy="502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86868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LOCAL, VERIFICACIÓN Y GOBERNANZA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31520" y="173736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0F1117"/>
          </a:solidFill>
          <a:ln w="19050">
            <a:solidFill>
              <a:srgbClr val="00FF6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 DE ARRANQUE / SERVICIO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005840" y="2286000"/>
            <a:ext cx="461772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88720" y="2606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compile_fonts.py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1737360"/>
            <a:ext cx="5193792" cy="2011680"/>
          </a:xfrm>
          <a:prstGeom prst="roundRect">
            <a:avLst>
              <a:gd name="adj" fmla="val 4545"/>
            </a:avLst>
          </a:prstGeom>
          <a:solidFill>
            <a:srgbClr val="0F111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 DE AUDITORÍA Y TEST FORMAL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37960" y="2286000"/>
            <a:ext cx="4645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20840" y="2606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test_fonts.py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3977640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0F1117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4160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PROTOCOLO NOTARIAL Y GARANTÍA DE SOBERANÍA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05840" y="4526280"/>
            <a:ext cx="10058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INVARIANTE 1 (FUSIÓN ADITIVA): Cero borrados destructivos ni sustituciones no consensuadas.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INVARIANTE 3 (PRIVACIDAD FRUGAL): Cero fugas de claves, tokens, secretos o datos biométricos/personales.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ETH-GOLD-46 (AUTORÍA ABSOLUTA): Autoría única de SteveBlackbeard / NullaLabs / Ethernium.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ACTUALIZACIÓN SOBERANA: Sincronización automática de este catálogo ante refactorizaciones estructurales.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AUTORIDAD SOBERANA: STEVEBLACKBEARD / NULLALABS // SOVEREIGN AIR-GAP ARCHITECTURE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2026-09-25T07:36:17Z</dcterms:created>
  <dcterms:modified xsi:type="dcterms:W3CDTF">2026-09-25T07:36:17Z</dcterms:modified>
</cp:coreProperties>
</file>